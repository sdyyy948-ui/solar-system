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8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848"/>
    <a:srgbClr val="F42A2A"/>
    <a:srgbClr val="FCD8CA"/>
    <a:srgbClr val="F76E1B"/>
    <a:srgbClr val="500712"/>
    <a:srgbClr val="E66618"/>
    <a:srgbClr val="EF49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28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BC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120" y="-103505"/>
            <a:ext cx="12375515" cy="6961505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228600" y="153035"/>
            <a:ext cx="11730990" cy="6445885"/>
          </a:xfrm>
          <a:prstGeom prst="ellipse">
            <a:avLst/>
          </a:pr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484505" y="380365"/>
            <a:ext cx="11182350" cy="5966460"/>
          </a:xfrm>
          <a:prstGeom prst="ellipse">
            <a:avLst/>
          </a:pr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694055" y="607060"/>
            <a:ext cx="10703560" cy="5486400"/>
          </a:xfrm>
          <a:prstGeom prst="ellipse">
            <a:avLst/>
          </a:pr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1012190" y="890905"/>
            <a:ext cx="10026015" cy="4906010"/>
          </a:xfrm>
          <a:prstGeom prst="ellipse">
            <a:avLst/>
          </a:pr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1378585" y="1227455"/>
            <a:ext cx="9312275" cy="4225925"/>
          </a:xfrm>
          <a:prstGeom prst="ellipse">
            <a:avLst/>
          </a:pr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1774190" y="1592580"/>
            <a:ext cx="8551545" cy="3546475"/>
          </a:xfrm>
          <a:prstGeom prst="ellipse">
            <a:avLst/>
          </a:pr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2223135" y="1918335"/>
            <a:ext cx="7686040" cy="2934335"/>
          </a:xfrm>
          <a:prstGeom prst="ellipse">
            <a:avLst/>
          </a:pr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769235" y="2224405"/>
            <a:ext cx="6577965" cy="2371090"/>
          </a:xfrm>
          <a:prstGeom prst="ellipse">
            <a:avLst/>
          </a:prstGeom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854575" y="2357755"/>
            <a:ext cx="2205355" cy="2039620"/>
          </a:xfrm>
          <a:prstGeom prst="ellipse">
            <a:avLst/>
          </a:prstGeom>
          <a:gradFill>
            <a:gsLst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3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2135505" y="1227455"/>
            <a:ext cx="749300" cy="748665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" name="Oval 1"/>
          <p:cNvSpPr/>
          <p:nvPr/>
        </p:nvSpPr>
        <p:spPr>
          <a:xfrm>
            <a:off x="4333240" y="260985"/>
            <a:ext cx="963930" cy="96647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3">
            <a:schemeClr val="accent6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Oval 2"/>
          <p:cNvSpPr/>
          <p:nvPr/>
        </p:nvSpPr>
        <p:spPr>
          <a:xfrm>
            <a:off x="7392035" y="1391285"/>
            <a:ext cx="798195" cy="833120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10053320" y="1733550"/>
            <a:ext cx="1211580" cy="1164590"/>
          </a:xfrm>
          <a:prstGeom prst="ellipse">
            <a:avLst/>
          </a:prstGeom>
          <a:solidFill>
            <a:schemeClr val="accent4">
              <a:lumMod val="75000"/>
            </a:schemeClr>
          </a:solidFill>
        </p:spPr>
        <p:style>
          <a:lnRef idx="3">
            <a:schemeClr val="accent4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1111885" y="3325495"/>
            <a:ext cx="518160" cy="483870"/>
          </a:xfrm>
          <a:prstGeom prst="ellipse">
            <a:avLst/>
          </a:prstGeom>
        </p:spPr>
        <p:style>
          <a:lnRef idx="0">
            <a:srgbClr val="FFFFFF"/>
          </a:lnRef>
          <a:fillRef idx="2">
            <a:schemeClr val="accent5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3455670" y="4005580"/>
            <a:ext cx="1179195" cy="1132840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7906385" y="4397375"/>
            <a:ext cx="1130300" cy="1056640"/>
          </a:xfrm>
          <a:prstGeom prst="ellipse">
            <a:avLst/>
          </a:prstGeom>
          <a:solidFill>
            <a:srgbClr val="7030A0"/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9" name="4-Point Star 18"/>
          <p:cNvSpPr/>
          <p:nvPr/>
        </p:nvSpPr>
        <p:spPr>
          <a:xfrm>
            <a:off x="694055" y="521335"/>
            <a:ext cx="518795" cy="565150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 sz="2400"/>
          </a:p>
        </p:txBody>
      </p:sp>
      <p:sp>
        <p:nvSpPr>
          <p:cNvPr id="21" name="4-Point Star 20"/>
          <p:cNvSpPr/>
          <p:nvPr/>
        </p:nvSpPr>
        <p:spPr>
          <a:xfrm>
            <a:off x="2085340" y="2898140"/>
            <a:ext cx="551815" cy="530860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2" name="4-Point Star 21"/>
          <p:cNvSpPr/>
          <p:nvPr/>
        </p:nvSpPr>
        <p:spPr>
          <a:xfrm>
            <a:off x="7059930" y="380365"/>
            <a:ext cx="502285" cy="511175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3" name="4-Point Star 22"/>
          <p:cNvSpPr/>
          <p:nvPr/>
        </p:nvSpPr>
        <p:spPr>
          <a:xfrm>
            <a:off x="1630045" y="5789295"/>
            <a:ext cx="505460" cy="511175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4" name="4-Point Star 23"/>
          <p:cNvSpPr/>
          <p:nvPr/>
        </p:nvSpPr>
        <p:spPr>
          <a:xfrm>
            <a:off x="10354310" y="685165"/>
            <a:ext cx="516255" cy="401955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5" name="4-Point Star 24"/>
          <p:cNvSpPr/>
          <p:nvPr/>
        </p:nvSpPr>
        <p:spPr>
          <a:xfrm>
            <a:off x="9883140" y="4006215"/>
            <a:ext cx="584835" cy="589280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6" name="4-Point Star 25"/>
          <p:cNvSpPr/>
          <p:nvPr/>
        </p:nvSpPr>
        <p:spPr>
          <a:xfrm>
            <a:off x="6376035" y="5452745"/>
            <a:ext cx="551180" cy="392430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7" name="4-Point Star 26"/>
          <p:cNvSpPr/>
          <p:nvPr/>
        </p:nvSpPr>
        <p:spPr>
          <a:xfrm>
            <a:off x="4796155" y="1592580"/>
            <a:ext cx="501015" cy="438150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8" name="4-Point Star 27"/>
          <p:cNvSpPr/>
          <p:nvPr/>
        </p:nvSpPr>
        <p:spPr>
          <a:xfrm>
            <a:off x="10870565" y="5796915"/>
            <a:ext cx="527050" cy="549910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29" name="4-Point Star 28"/>
          <p:cNvSpPr/>
          <p:nvPr/>
        </p:nvSpPr>
        <p:spPr>
          <a:xfrm>
            <a:off x="228600" y="4397375"/>
            <a:ext cx="551815" cy="530860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3" name="4-Point Star 32"/>
          <p:cNvSpPr/>
          <p:nvPr/>
        </p:nvSpPr>
        <p:spPr>
          <a:xfrm>
            <a:off x="8324850" y="3036570"/>
            <a:ext cx="551180" cy="392430"/>
          </a:xfrm>
          <a:prstGeom prst="star4">
            <a:avLst/>
          </a:prstGeom>
          <a:solidFill>
            <a:schemeClr val="bg1">
              <a:lumMod val="95000"/>
            </a:schemeClr>
          </a:solidFill>
        </p:spPr>
        <p:style>
          <a:lnRef idx="3">
            <a:schemeClr val="accent3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</vt:lpstr>
      <vt:lpstr>Microsoft YaHei</vt:lpstr>
      <vt:lpstr>Arial Unicode MS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Aryan Rana</cp:lastModifiedBy>
  <cp:revision>5</cp:revision>
  <dcterms:created xsi:type="dcterms:W3CDTF">2025-07-23T00:59:00Z</dcterms:created>
  <dcterms:modified xsi:type="dcterms:W3CDTF">2025-11-26T16:41:18Z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C303E64332144D04ADEC35C69088AE56_13</vt:lpwstr>
  </property>
  <property fmtid="{D5CDD505-2E9C-101B-9397-08002B2CF9AE}" pid="3" name="KSOProductBuildVer">
    <vt:lpwstr>1033-12.2.0.23155</vt:lpwstr>
  </property>
</Properties>
</file>